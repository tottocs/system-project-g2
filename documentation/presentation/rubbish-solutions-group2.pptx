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2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anton-Andersson, Torin" userId="542e60e1-2a4d-472b-95a3-1b750c9eca6a" providerId="ADAL" clId="{F0AE786B-BEBA-49C2-A1BC-9942907BD756}"/>
    <pc:docChg chg="custSel addSld modSld">
      <pc:chgData name="Stanton-Andersson, Torin" userId="542e60e1-2a4d-472b-95a3-1b750c9eca6a" providerId="ADAL" clId="{F0AE786B-BEBA-49C2-A1BC-9942907BD756}" dt="2026-03-03T12:22:00.255" v="74" actId="20577"/>
      <pc:docMkLst>
        <pc:docMk/>
      </pc:docMkLst>
      <pc:sldChg chg="modSp new mod">
        <pc:chgData name="Stanton-Andersson, Torin" userId="542e60e1-2a4d-472b-95a3-1b750c9eca6a" providerId="ADAL" clId="{F0AE786B-BEBA-49C2-A1BC-9942907BD756}" dt="2026-03-03T12:22:00.255" v="74" actId="20577"/>
        <pc:sldMkLst>
          <pc:docMk/>
          <pc:sldMk cId="2208228253" sldId="257"/>
        </pc:sldMkLst>
        <pc:spChg chg="mod">
          <ac:chgData name="Stanton-Andersson, Torin" userId="542e60e1-2a4d-472b-95a3-1b750c9eca6a" providerId="ADAL" clId="{F0AE786B-BEBA-49C2-A1BC-9942907BD756}" dt="2026-03-03T12:21:41.820" v="29" actId="20577"/>
          <ac:spMkLst>
            <pc:docMk/>
            <pc:sldMk cId="2208228253" sldId="257"/>
            <ac:spMk id="2" creationId="{A065B200-DA66-8382-F0F6-9E75C50B6E3A}"/>
          </ac:spMkLst>
        </pc:spChg>
        <pc:spChg chg="mod">
          <ac:chgData name="Stanton-Andersson, Torin" userId="542e60e1-2a4d-472b-95a3-1b750c9eca6a" providerId="ADAL" clId="{F0AE786B-BEBA-49C2-A1BC-9942907BD756}" dt="2026-03-03T12:22:00.255" v="74" actId="20577"/>
          <ac:spMkLst>
            <pc:docMk/>
            <pc:sldMk cId="2208228253" sldId="257"/>
            <ac:spMk id="3" creationId="{6734CD12-6B7E-5356-03F2-9CB1E3C44F1D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018A3-F704-CBE2-5563-FD2C0845AD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764177-486D-FE82-4C85-6ED103279C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0C7116-84A4-904C-71EF-13DE2E00ED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38F6B-85C8-48DC-B6B6-969AEBCC7EFE}" type="datetimeFigureOut">
              <a:rPr lang="en-GB" smtClean="0"/>
              <a:t>03/03/2026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AA6FE-E5FE-5F47-387C-4A8B84DB83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F57352-AE25-128D-FB6B-F54953768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EBAA7-84C3-45F2-A74F-C0793F5C369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02389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FBF223-A3ED-A2CB-B204-4868AB759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E65FC5-0A23-3982-2A08-3C25B24808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016005-9158-BE87-C0C4-E745502CC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38F6B-85C8-48DC-B6B6-969AEBCC7EFE}" type="datetimeFigureOut">
              <a:rPr lang="en-GB" smtClean="0"/>
              <a:t>03/03/2026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B2748B-C9E7-2F44-B638-C4891F9A9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656851-0C72-6CD6-DCEC-53AC18C4A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EBAA7-84C3-45F2-A74F-C0793F5C369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89637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69A18-CCF0-644A-387B-8CB6DA4ED2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A99E8C-D7B5-9EDA-D217-5FFE1CA765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A937E9-172E-14AD-C43F-DEC500B9F9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38F6B-85C8-48DC-B6B6-969AEBCC7EFE}" type="datetimeFigureOut">
              <a:rPr lang="en-GB" smtClean="0"/>
              <a:t>03/03/2026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8BB33E-1BD3-4B3D-9DFD-1414E6DEB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5B4766-C01E-2BEA-6AD7-72BC9F4E1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EBAA7-84C3-45F2-A74F-C0793F5C369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33919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3B0EB-E428-4C18-C875-AF083875E2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0C76C4-83AF-137E-0ACD-93614054DD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40D847-1FA4-0C7A-A215-33AF7024B0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65D897-AE9A-02FD-653C-8F9D23D3F4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38F6B-85C8-48DC-B6B6-969AEBCC7EFE}" type="datetimeFigureOut">
              <a:rPr lang="en-GB" smtClean="0"/>
              <a:t>03/03/2026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A3A8BE-EFF6-32DB-0175-BDA876DC0C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8AC919-6E5B-18FA-6D8B-30A926734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EBAA7-84C3-45F2-A74F-C0793F5C369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64922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772582-F333-D366-1639-D42D3516B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D6FDA9-F7A5-4688-9ABF-16B6023CC9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8B4108-4224-B225-3403-392F5F59BF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60C253-2CBD-3A28-04FA-94E9F54DA1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01865EA-65E3-BF94-A168-F8F15D0B54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E2EEE39-FC01-47D9-C9BE-8510C2748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38F6B-85C8-48DC-B6B6-969AEBCC7EFE}" type="datetimeFigureOut">
              <a:rPr lang="en-GB" smtClean="0"/>
              <a:t>03/03/2026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152F7AA-ADDF-411F-2092-E13A5DABA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47183A-30CE-007E-807C-933639DE7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EBAA7-84C3-45F2-A74F-C0793F5C369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6483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34311-AC6D-482D-78DF-CA2EE1A09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552B697-F661-B6BA-930E-22595DCCDB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38F6B-85C8-48DC-B6B6-969AEBCC7EFE}" type="datetimeFigureOut">
              <a:rPr lang="en-GB" smtClean="0"/>
              <a:t>03/03/2026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B1EEA4-1FE3-69F1-E29B-106AF0B37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661DE9-4F05-D004-D6BE-71B618257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EBAA7-84C3-45F2-A74F-C0793F5C369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50066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0943BE-21BA-E6DF-C718-E2BB509A79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38F6B-85C8-48DC-B6B6-969AEBCC7EFE}" type="datetimeFigureOut">
              <a:rPr lang="en-GB" smtClean="0"/>
              <a:t>03/03/2026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62C35B-590D-D841-C098-289B682682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4D11C4-ADAB-68D6-66C5-19E791509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EBAA7-84C3-45F2-A74F-C0793F5C369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95716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313FD-010E-9EE2-6A3E-A7A84BF60B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7A3B63-3F7D-848F-908B-553AF02C1C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EA37CB-C4CB-9236-09F5-7898D1642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99EEFA-7FB2-53C2-26B0-121172533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38F6B-85C8-48DC-B6B6-969AEBCC7EFE}" type="datetimeFigureOut">
              <a:rPr lang="en-GB" smtClean="0"/>
              <a:t>03/03/2026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C9E1DF-5C9F-18FC-A449-F9B11A8F7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1A149C-CF28-FB3C-90F1-938E67D07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EBAA7-84C3-45F2-A74F-C0793F5C369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77672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677F0-C57A-88C8-6E82-AEDB390FE8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9C80147-A1BB-95FE-DC0A-83D07E1FB7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62AB97-2F5B-4764-E218-EA34152355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51E913-BD47-AD16-7A97-9FDEB5F929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38F6B-85C8-48DC-B6B6-969AEBCC7EFE}" type="datetimeFigureOut">
              <a:rPr lang="en-GB" smtClean="0"/>
              <a:t>03/03/2026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3C61FB-3250-CC77-991B-BD1458ED0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8C1970-3B42-741F-9FD0-D6F2DF4C0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EBAA7-84C3-45F2-A74F-C0793F5C369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90890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7A5E3-D4AB-F71A-C482-DF4A129F6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FD923F-E0F1-D75E-1E20-C8F91DB425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6295EA-D908-0DA2-9524-78B61AC887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38F6B-85C8-48DC-B6B6-969AEBCC7EFE}" type="datetimeFigureOut">
              <a:rPr lang="en-GB" smtClean="0"/>
              <a:t>03/03/2026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1BC98C-5CDB-2E4B-550F-B462ED16D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E38152-1D2E-B1F1-6FC4-49A0442FF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EBAA7-84C3-45F2-A74F-C0793F5C369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52057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F33C9C-B699-2A2A-2F11-A9C65D7160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3A264D-1F57-CDF1-C874-840F592DFB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C08F50-C0E7-ADED-4350-C030D20BAA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38F6B-85C8-48DC-B6B6-969AEBCC7EFE}" type="datetimeFigureOut">
              <a:rPr lang="en-GB" smtClean="0"/>
              <a:t>03/03/2026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A6E188-1727-6223-3083-B9A36918D3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207E76-37AD-0A25-E420-B63A3CC88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9EBAA7-84C3-45F2-A74F-C0793F5C369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82676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0F4C96-6F88-9838-1B80-AC70A000E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BD3FA5-00EE-9BD8-C5A4-4C1A73FBDF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4513F7-1B1A-CF40-FAD0-E3ADE8C37E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238F6B-85C8-48DC-B6B6-969AEBCC7EFE}" type="datetimeFigureOut">
              <a:rPr lang="en-GB" smtClean="0"/>
              <a:t>03/03/2026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AE3EFB-8C69-5D98-B743-177A0DF296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4DDECF-FA00-F79E-4ED8-7551500146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9EBAA7-84C3-45F2-A74F-C0793F5C369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352664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7C89CB-EFB9-A829-6727-AD51ECF763B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BEAC8B-E092-F143-8143-C3673522540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46874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5B200-DA66-8382-F0F6-9E75C50B6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Intro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34CD12-6B7E-5356-03F2-9CB1E3C44F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Lol </a:t>
            </a:r>
            <a:r>
              <a:rPr lang="en-GB" dirty="0" err="1"/>
              <a:t>spek</a:t>
            </a:r>
            <a:endParaRPr lang="en-GB" dirty="0"/>
          </a:p>
          <a:p>
            <a:r>
              <a:rPr lang="en-GB"/>
              <a:t>A lot</a:t>
            </a:r>
          </a:p>
        </p:txBody>
      </p:sp>
    </p:spTree>
    <p:extLst>
      <p:ext uri="{BB962C8B-B14F-4D97-AF65-F5344CB8AC3E}">
        <p14:creationId xmlns:p14="http://schemas.microsoft.com/office/powerpoint/2010/main" val="22082282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5</Words>
  <Application>Microsoft Office PowerPoint</Application>
  <PresentationFormat>Widescreen</PresentationFormat>
  <Paragraphs>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Intro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Johnstone, Aidan</dc:creator>
  <cp:lastModifiedBy>Stanton-Andersson, Torin</cp:lastModifiedBy>
  <cp:revision>1</cp:revision>
  <dcterms:created xsi:type="dcterms:W3CDTF">2026-03-03T10:31:25Z</dcterms:created>
  <dcterms:modified xsi:type="dcterms:W3CDTF">2026-03-03T12:22:07Z</dcterms:modified>
</cp:coreProperties>
</file>